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65760" y="320040"/>
            <a:ext cx="228600" cy="228600"/>
          </a:xfrm>
          <a:prstGeom prst="ellipse">
            <a:avLst/>
          </a:prstGeom>
          <a:solidFill>
            <a:srgbClr val="2C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"/>
            <a:ext cx="11094415" cy="7315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TradeFlow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94415" cy="5303520"/>
          </a:xfrm>
          <a:prstGeom prst="rect">
            <a:avLst/>
          </a:prstGeom>
          <a:noFill/>
        </p:spPr>
        <p:txBody>
          <a:bodyPr wrap="square" tIns="0" lIns="0" rIns="0"/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Constrained Decision Prototype: Vectorized Expectimax &amp; AST Guardrails.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Dual-Tier Defense on AMD ROCm Architecture.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AMD Developer Hackathon: ACT III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Reinvent Commerce + Evolus Business Agents on AMD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65760" y="320040"/>
            <a:ext cx="228600" cy="228600"/>
          </a:xfrm>
          <a:prstGeom prst="ellipse">
            <a:avLst/>
          </a:prstGeom>
          <a:solidFill>
            <a:srgbClr val="2C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"/>
            <a:ext cx="11094415" cy="7315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One-liner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94415" cy="5303520"/>
          </a:xfrm>
          <a:prstGeom prst="rect">
            <a:avLst/>
          </a:prstGeom>
          <a:noFill/>
        </p:spPr>
        <p:txBody>
          <a:bodyPr wrap="square" tIns="0" lIns="0" rIns="0"/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TradeFlow computes optimal concession strategies using Vectorized Expectimax + AST code guardrails.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'Math governs policy, LLM renders coastal jargon.'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Decision core outputs pure numerical action objects; AST physically intercepts policy breaches.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65760" y="320040"/>
            <a:ext cx="228600" cy="228600"/>
          </a:xfrm>
          <a:prstGeom prst="ellipse">
            <a:avLst/>
          </a:prstGeom>
          <a:solidFill>
            <a:srgbClr val="2C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"/>
            <a:ext cx="11094415" cy="7315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Why not a chatbot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94415" cy="5303520"/>
          </a:xfrm>
          <a:prstGeom prst="rect">
            <a:avLst/>
          </a:prstGeom>
          <a:noFill/>
        </p:spPr>
        <p:txBody>
          <a:bodyPr wrap="square" tIns="0" lIns="0" rIns="0"/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Empirical 750-match benchmark against 5 adversary archetypes.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Budget Violation Rate: TradeFlow 0.0% (AST hard interception) vs Vanilla LLM 12.0% ~ 44.0%.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Savings Rate vs Bluffing Hardliner: TradeFlow 18.5% vs Vanilla LLM 3.7%.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65760" y="320040"/>
            <a:ext cx="228600" cy="228600"/>
          </a:xfrm>
          <a:prstGeom prst="ellipse">
            <a:avLst/>
          </a:prstGeom>
          <a:solidFill>
            <a:srgbClr val="2C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"/>
            <a:ext cx="11094415" cy="7315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94415" cy="5303520"/>
          </a:xfrm>
          <a:prstGeom prst="rect">
            <a:avLst/>
          </a:prstGeom>
          <a:noFill/>
        </p:spPr>
        <p:txBody>
          <a:bodyPr wrap="square" tIns="0" lIns="0" rIns="0"/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Dual-Agent Decoupling: Decision Core (NumPy Tensor Solver) + Surface Renderers.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Dual-Tier Defense: Tier-1 AST Python AST Guardrail + Tier-2 Coastal Jargon FSM.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Corporate Mandate Pareto Logrolling: Liquidity deposit for expedited lead-time &amp; tooling waiver.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Zero-LLM Core Fallback: Local CPU &lt;3ms deterministic execution guaranteed.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65760" y="320040"/>
            <a:ext cx="228600" cy="228600"/>
          </a:xfrm>
          <a:prstGeom prst="ellipse">
            <a:avLst/>
          </a:prstGeom>
          <a:solidFill>
            <a:srgbClr val="2C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"/>
            <a:ext cx="11094415" cy="7315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Demo: 3 Wows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94415" cy="5303520"/>
          </a:xfrm>
          <a:prstGeom prst="rect">
            <a:avLst/>
          </a:prstGeom>
          <a:noFill/>
        </p:spPr>
        <p:txBody>
          <a:bodyPr wrap="square" tIns="0" lIns="0" rIns="0"/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1. Belief Convergence: Dynamic Bayesian floor estimation (1.08 -&gt; 1.25).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2. AST Guardrail Interception: Physically blocks deposit &gt;60% &amp; solver prices &gt;ceiling.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3. Multi-Supplier Logrolling: Resolves deadlocks via Pareto-optimal multi-term swap.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65760" y="320040"/>
            <a:ext cx="228600" cy="228600"/>
          </a:xfrm>
          <a:prstGeom prst="ellipse">
            <a:avLst/>
          </a:prstGeom>
          <a:solidFill>
            <a:srgbClr val="2C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"/>
            <a:ext cx="11094415" cy="7315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Target Persona &amp; 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94415" cy="5303520"/>
          </a:xfrm>
          <a:prstGeom prst="rect">
            <a:avLst/>
          </a:prstGeom>
          <a:noFill/>
        </p:spPr>
        <p:txBody>
          <a:bodyPr wrap="square" tIns="0" lIns="0" rIns="0"/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Target: Mid-sized cross-border SMB importers ($1M-$10M GMV on Amazon/Shopify).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Eliminates 15%~25% 'Foreign Buyer Markup' via authentic coastal supplier jargon.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Prevents agency kickbacks and sourcing fraud via AST-enforced corporate limits.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English CPO Executive Telemetry Card: WhatsApp 1-click remote approval gate.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65760" y="320040"/>
            <a:ext cx="228600" cy="228600"/>
          </a:xfrm>
          <a:prstGeom prst="ellipse">
            <a:avLst/>
          </a:prstGeom>
          <a:solidFill>
            <a:srgbClr val="2C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"/>
            <a:ext cx="11094415" cy="7315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AMD Technology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94415" cy="5303520"/>
          </a:xfrm>
          <a:prstGeom prst="rect">
            <a:avLst/>
          </a:prstGeom>
          <a:noFill/>
        </p:spPr>
        <p:txBody>
          <a:bodyPr wrap="square" tIns="0" lIns="0" rIns="0"/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Memory-Bandwidth Bound (Roofline Model): 96M FP32 matrix (~384MB) requires high-throughput memory.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AMD Instinct MI300X: 5.3 TB/s HBM3 eliminates DDR5 memory bottlenecks (~15x speedup).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Unified ROCm Stack: Co-locates Qwen2.5-14B inference and tensor expectimax without PCIe penalty.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65760" y="320040"/>
            <a:ext cx="228600" cy="228600"/>
          </a:xfrm>
          <a:prstGeom prst="ellipse">
            <a:avLst/>
          </a:prstGeom>
          <a:solidFill>
            <a:srgbClr val="2C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"/>
            <a:ext cx="11094415" cy="7315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Evolus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94415" cy="5303520"/>
          </a:xfrm>
          <a:prstGeom prst="rect">
            <a:avLst/>
          </a:prstGeom>
          <a:noFill/>
        </p:spPr>
        <p:txBody>
          <a:bodyPr wrap="square" tIns="0" lIns="0" rIns="0"/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4 Building Blocks: Workflow + Document Extractor + AI Tools + Knowledge Library.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End-to-End: PDF RFQ extraction -&gt; AST-guarded email drafting -&gt; business agent closure.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Rate-limit safe: 60 req/min untouched; zero LLM token cost during core negotiation.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65760" y="320040"/>
            <a:ext cx="228600" cy="228600"/>
          </a:xfrm>
          <a:prstGeom prst="ellipse">
            <a:avLst/>
          </a:prstGeom>
          <a:solidFill>
            <a:srgbClr val="2C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"/>
            <a:ext cx="11094415" cy="7315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Honest 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94415" cy="5303520"/>
          </a:xfrm>
          <a:prstGeom prst="rect">
            <a:avLst/>
          </a:prstGeom>
          <a:noFill/>
        </p:spPr>
        <p:txBody>
          <a:bodyPr wrap="square" tIns="0" lIns="0" rIns="0"/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Expectimax vs CFR: Clear academic boundary (heuristic decision prototype, not yet full CFR).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Belief metric: Represents posterior variance convergence, not macro credit default rate.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Cost Model: Zero token runtime, but requires 10~20 engineer hours per new vertical category.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65760" y="320040"/>
            <a:ext cx="228600" cy="228600"/>
          </a:xfrm>
          <a:prstGeom prst="ellipse">
            <a:avLst/>
          </a:prstGeom>
          <a:solidFill>
            <a:srgbClr val="2C6F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"/>
            <a:ext cx="11094415" cy="7315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94415" cy="5303520"/>
          </a:xfrm>
          <a:prstGeom prst="rect">
            <a:avLst/>
          </a:prstGeom>
          <a:noFill/>
        </p:spPr>
        <p:txBody>
          <a:bodyPr wrap="square" tIns="0" lIns="0" rIns="0"/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Collect 10,000+ real trading logs to train offline CFR reinforcement learning.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AMD Cloud instance live benchmark on native ROCm/vLLM stack.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400">
                <a:solidFill>
                  <a:srgbClr val="141E36"/>
                </a:solidFill>
              </a:rPr>
              <a:t>•  Double-Track Submission: Reinvent Commerce (Main) + Evolus Business Agents.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