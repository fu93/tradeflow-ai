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TradeFlow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Constrained Decision Prototype: Vectorized Expectimax &amp; AST Guardrails.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Decision core computes; the LLM only renders language.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AMD Developer Hackathon: ACT III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Reinvent Commerce + Evolus Business Agents on AMD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One-liner: an AI-native trading company of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TradeFlow computes concession strategies with Vectorized Expectimax + AST code guardrails.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'Math governs strategy, LLM expresses jargon.'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The LLM never decides a price; it renders an already-computed, AST-validated decision.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One operator can run supplier-facing procurement that traditionally needs a sourcing team.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Why not a chatbot — measured, not asserted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We ran our own real-model benchmark on the AMD endpoint: 100 matches, 348 real inference calls, $0.108.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Real model budget violations: 0/94 (exact 95% upper bound 3.1%) — our simulator's 12–44% was NOT reproduced.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The real model's actual weakness is BREAKDOWN, not overspending: 61.1% deal-closure vs a Bluffing Hardliner (our solver: 70%).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Academic context: NegotiationArena (ICLR 2024), AgenticPay (arXiv:2602.06008), Cattle Trade (arXiv:2605.14537).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Architecture: why decouple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Numerical decision core (NumPy tensor solver, no LLM in the decision path).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Dual-tier defense: Tier-1 AST invariant guardrail on the strategy object + Tier-2 deterministic templates for language.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Pareto Logrolling: swap non-price terms (deposit for lead time, volume for price) when unit price deadlocks.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Deterministic degradation: Stage-1 regex + on-device ONNX runs offline; Stage-2 LLM is optional.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Latency, honestly: Stage-1 ~0.6 ms; full HTTP round ~2.2 s (solver-bound), not '&lt;3 ms end-to-end'.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Demo: three verifiable moments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1. Belief convergence: Bayesian posterior reserve tracking across rounds (results/belief_update.png).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2. AST guardrail rejects a &gt;60% deposit demand — the object is blocked before it can be rendered.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3. Multi-supplier reverse auction: 4 dynamic adversary agents quote round-by-round; BATNA ceilings tighten.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All reproducible: verify_all.py (6 pillars), verify_live.py (7 E2E checks), 101 tests green.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User story: a single operator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An Amazon outdoor seller buys ~50,000 umbrellas/yr from China.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Status quo: Google Translate on 1688 invites a foreigner markup and hidden mould fees; agents charge 7% and take kickbacks.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With TradeFlow: the engine proposes an opening price and concession curve; the operator approves via a mobile card.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Savings claim: 7% commission + foreigner markup + mould fees — each component documented separately, not one fabricated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AMD integration — honest 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Model layer really runs on AMD: Stage-2 classification and the Evolus Agent both call AMD tokenfactory (Qwen3.8-Flash-Next), verified HTTP 200.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Engine is GPU-shaped: 20,000 opponent samples × 480 strategies = 9.6M rollouts/round, memory-bandwidth bound.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Measured here (CPU): ~6.9M rollouts/sec peak (results/bench.json).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MI300X: no measurement exists — the analytical roofline LOWER BOUND (working set ÷ 5300 GB/s) is a physical bound, not a projection.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One-line portability via the _xp() tensor abstraction (NumPy ↔ CuPy/ROCm).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Evolus integration — all real calls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Building blocks actually exercised (real usage stats): email 2.46, doc-structure 2.12, sentiment 3.75 credits.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Agent 'Supplier Negotiation Analyst' live-verified via POST /v1/chat/completions (HTTP 200), model bound own/qwen3.8-flash-next.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App-driven REST: orchestrator.on_webhook() → engine → real Evolus AI Tool draft (no longer an offline stub).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Knowledge library: real UN Comtrade customs data + live FX feed the agent's cost analysis.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Remaining gap: the Evolus-side Automation (workflow) has not yet been created in the console.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Honest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Expectimax, not CFR: a heuristic solver under coarse priors; optimality fails if real factories fall outside the 4 archetypes.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The simulator's 12–44% LLM violation claim was disproven by our own experiment (0/94, upper bound 3.1%).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Prior miss is asymmetric: overestimating a supplier's reserve costs real margin (−0.102); underestimating is nearly free.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Supplier quotes in demos are synthetic (adversary models), not real factory quotes. See LIMITATIONS §零 data classification.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Calibration constants are chosen, not fitted; no real negotiation logs exist yet.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Collect 10,000+ real negotiation logs to fit the priors properly (currently chosen, not calibrated).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If AMD Developer Cloud credits are granted: obtain a real MI300X measurement to replace the roofline bound.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Rotate the two API keys exposed in plaintext during development.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Extend the real-model benchmark beyond 100 matches to tighten the confidence bound.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Double-track submission: Reinvent Commerce (main) + Evolus Business Agents on AMD.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