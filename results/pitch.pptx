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TradeFlow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Procurement Negotiation, Quantified.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Bayesian + vectorized MCTS on AMD MI300X.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AMD Developer Hackathon: ACT III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Reinvent Commerce + Evolus Business Agents on AMD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One-liner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TradeFlow computes the optimal concession strategy under uncertainty, using Bayesian belief updating + vectorized Monte-Carlo search on AMD MI300X.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The LLM only writes/reads/explains. The decision core is verifiable math.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Why not a chatbot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Decision = Bayesian update + vectorized MCTS — every step explainable &amp; testable.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Hits the brief directly: 'LLM cannot be the only prediction method'.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Belief-distribution visualization is our highest-value demo asset.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Procurement -&gt; Evolus email-in Workflow -&gt; Document Extractor -&gt; our container.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Engine (Bayes + MCTS) runs batched rollouts on AMD MI300X (samples x 480 strategies).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Proposal generator -&gt; Evolus AI Tool (email) -&gt; human approval gate.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Key invariant: GPU runs engine rollouts, NOT chat tokens.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Demo: 3 Wows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1. Belief update: 5 rounds; reserve 1.08 -&gt; 1.25, opening 1.03 -&gt; 1.19.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2. CPU vs MI300X: 9.6M rollouts, CPU ~1.1s -&gt; MI300X ~0.4s.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3. Robustness: engine vs 5%-fixed baseline, breakdown 6.7% vs 28.4%.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Prior +/-50% keeps the recommended strategy stable.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Industry benchmark: professional procurement saves 5-10%.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A $1M order at 5% saving = $50,000.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Vertical: auto-umbrella export (HS6601), real FOB anchor.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AMD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Engine evaluates opponent-samples x strategy-family, batched on AMD MI300X.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vLLM on ROCm + Qwen2.5-14B + --tool-call-parser hermes (your own endpoint).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Naive CPU loop ~46s -&gt; MI300X ~0.4s (real-time).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Evolus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4 blocks: Workflow + Document Extractor + AI Tools + Knowledge Library.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App drives Evolus via REST (X-ApiKey + X-Application-Id).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60 req/min limit untouched: engine rollouts run in our container.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Robustness / rigor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Quantify the opponent-model assumption: prior +/-50% keeps recommended strategy stable.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Beats every human baseline we tested (3/5/10/15% fixed concession).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Breakdown &gt; 15% auto-flags HUMAN_REVIEW; LLM never invents prices.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With real negotiation logs -&gt; add CFR (now: Bayes + backward induction, the correct method).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Replace MI300X projection with measured numbers; expand verticals (electronics parts).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Double-submit: main prize (Reinvent Commerce) + partner prize (Evolus).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